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C00000"/>
                </a:solidFill>
              </a:rPr>
              <a:t>Power BI Sales Dashboard Analysis</a:t>
            </a:r>
            <a:endParaRPr lang="en-IN" sz="4400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An overview of sales performance, profit, and product insights</a:t>
            </a:r>
          </a:p>
          <a:p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774845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This Power BI dashboard provides a comprehensive view of sales data.</a:t>
            </a:r>
          </a:p>
          <a:p>
            <a:r>
              <a:rPr lang="en-US" sz="2800" b="1" dirty="0"/>
              <a:t>It highlights monthly sales, cost of goods sold (COGS), gross profit,</a:t>
            </a:r>
          </a:p>
          <a:p>
            <a:r>
              <a:rPr lang="en-US" sz="2800" b="1" dirty="0"/>
              <a:t>product-wise sales distribution, and city-wise performance.</a:t>
            </a:r>
          </a:p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491401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Monthly Sales, COGS &amp; Gross Profit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The table displays month-wise total sales value, COGS, and gross profit.</a:t>
            </a:r>
          </a:p>
          <a:p>
            <a:r>
              <a:rPr lang="en-US" sz="2800" b="1" dirty="0"/>
              <a:t>It helps in identifying high-performing months and seasonal trends.</a:t>
            </a:r>
          </a:p>
          <a:p>
            <a:r>
              <a:rPr lang="en-US" sz="2800" b="1" dirty="0"/>
              <a:t>October and December show strong sales performance.</a:t>
            </a:r>
          </a:p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361715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Sales Value by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The donut chart represents sales contribution by each product brand.</a:t>
            </a:r>
          </a:p>
          <a:p>
            <a:r>
              <a:rPr lang="en-US" sz="2800" b="1" dirty="0"/>
              <a:t>Panasonic and TCL have higher sales share compared to others.</a:t>
            </a:r>
          </a:p>
          <a:p>
            <a:r>
              <a:rPr lang="en-US" sz="2800" b="1" dirty="0"/>
              <a:t>This helps in understanding product demand and focus areas</a:t>
            </a:r>
            <a:r>
              <a:rPr lang="en-US" sz="28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4493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Sales Performance by 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 </a:t>
            </a:r>
            <a:r>
              <a:rPr lang="en-US" sz="2800" b="1" dirty="0"/>
              <a:t>This section compares sales value, COGS, and gross profit across cities.</a:t>
            </a:r>
          </a:p>
          <a:p>
            <a:r>
              <a:rPr lang="en-US" sz="2800" b="1" dirty="0"/>
              <a:t>Cities like Mumbai and Bangalore show strong sales contribution.</a:t>
            </a:r>
          </a:p>
          <a:p>
            <a:r>
              <a:rPr lang="en-US" sz="2800" b="1" dirty="0"/>
              <a:t>Useful for regional performance analysis</a:t>
            </a:r>
          </a:p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490005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• Certain months consistently generate higher profit.</a:t>
            </a:r>
          </a:p>
          <a:p>
            <a:pPr marL="0" indent="0">
              <a:buNone/>
            </a:pPr>
            <a:r>
              <a:rPr lang="en-US" sz="2800" b="1" dirty="0"/>
              <a:t>• A few products contribute major share of total sales.</a:t>
            </a:r>
          </a:p>
          <a:p>
            <a:pPr marL="0" indent="0">
              <a:buNone/>
            </a:pPr>
            <a:r>
              <a:rPr lang="en-US" sz="2800" b="1" dirty="0"/>
              <a:t>• Metro cities dominate sales performance.</a:t>
            </a:r>
          </a:p>
          <a:p>
            <a:pPr marL="0" indent="0">
              <a:buNone/>
            </a:pPr>
            <a:r>
              <a:rPr lang="en-US" sz="2800" b="1" dirty="0"/>
              <a:t>• Profit margins can be improved by controlling COGS.</a:t>
            </a:r>
          </a:p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433294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This Power BI dashboard helps management make data-driven decisions.</a:t>
            </a:r>
          </a:p>
          <a:p>
            <a:r>
              <a:rPr lang="en-US" sz="2800" b="1" dirty="0"/>
              <a:t>It supports sales planning, product strategy, and regional expansion.</a:t>
            </a:r>
          </a:p>
          <a:p>
            <a:r>
              <a:rPr lang="en-US" sz="2800" b="1" dirty="0"/>
              <a:t>Further analysis can include forecasting and customer segmentation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84064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27</TotalTime>
  <Words>232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Garamond</vt:lpstr>
      <vt:lpstr>Organic</vt:lpstr>
      <vt:lpstr>Power BI Sales Dashboard Analysis</vt:lpstr>
      <vt:lpstr>Dashboard Overview</vt:lpstr>
      <vt:lpstr>Monthly Sales, COGS &amp; Gross Profit</vt:lpstr>
      <vt:lpstr>Sales Value by Product</vt:lpstr>
      <vt:lpstr>Sales Performance by City</vt:lpstr>
      <vt:lpstr>Key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Sales Dashboard Analysis</dc:title>
  <dc:creator>My World</dc:creator>
  <cp:lastModifiedBy>My World</cp:lastModifiedBy>
  <cp:revision>2</cp:revision>
  <dcterms:created xsi:type="dcterms:W3CDTF">2026-01-14T13:44:33Z</dcterms:created>
  <dcterms:modified xsi:type="dcterms:W3CDTF">2026-01-14T14:12:06Z</dcterms:modified>
</cp:coreProperties>
</file>