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DCE0"/>
    <a:srgbClr val="E4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4" y="1447801"/>
            <a:ext cx="9657590" cy="1549923"/>
          </a:xfrm>
        </p:spPr>
        <p:txBody>
          <a:bodyPr/>
          <a:lstStyle/>
          <a:p>
            <a:r>
              <a:rPr lang="en-US" sz="4400" b="1" dirty="0">
                <a:solidFill>
                  <a:srgbClr val="32DCE0"/>
                </a:solidFill>
              </a:rPr>
              <a:t>USA Annual Purchase Report </a:t>
            </a:r>
            <a:r>
              <a:rPr lang="en-US" sz="4400" b="1" dirty="0" smtClean="0">
                <a:solidFill>
                  <a:srgbClr val="32DCE0"/>
                </a:solidFill>
              </a:rPr>
              <a:t>–2011</a:t>
            </a:r>
            <a:endParaRPr lang="en-IN" sz="4400" b="1" dirty="0">
              <a:solidFill>
                <a:srgbClr val="32DCE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3714161"/>
            <a:ext cx="8825658" cy="1924639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Analysis Overview using Excel</a:t>
            </a:r>
          </a:p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Customer Purchases, Salary, Gender &amp; City Insights</a:t>
            </a:r>
          </a:p>
          <a:p>
            <a:endParaRPr lang="en-IN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68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/>
          <a:lstStyle/>
          <a:p>
            <a:pPr algn="ctr"/>
            <a:r>
              <a:rPr lang="en-IN" sz="4400" b="1" dirty="0">
                <a:solidFill>
                  <a:srgbClr val="32DCE0"/>
                </a:solidFill>
              </a:rPr>
              <a:t>Dataset</a:t>
            </a:r>
            <a:r>
              <a:rPr lang="en-IN" b="1" dirty="0">
                <a:solidFill>
                  <a:srgbClr val="32DCE0"/>
                </a:solidFill>
              </a:rPr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Customer data from USA (2011)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Attributes: Gender, City, Education, Annual Purchases &amp; Salary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Used to analyze spending patterns and income trends</a:t>
            </a:r>
          </a:p>
          <a:p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56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973" y="452718"/>
            <a:ext cx="9145861" cy="140053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32DCE0"/>
                </a:solidFill>
              </a:rPr>
              <a:t>Total Annual Salary by City &amp; Gender</a:t>
            </a:r>
            <a:endParaRPr lang="en-IN" sz="4400" b="1" dirty="0">
              <a:solidFill>
                <a:srgbClr val="32DCE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New York shows the highest total salary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Female salary contribution is higher in New York &amp; Chicago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Seattle has balanced salary distribution</a:t>
            </a:r>
          </a:p>
          <a:p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10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8095" y="452718"/>
            <a:ext cx="9032739" cy="140053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32DCE0"/>
                </a:solidFill>
              </a:rPr>
              <a:t>Annual Purchases vs Annual Salary</a:t>
            </a:r>
            <a:endParaRPr lang="en-IN" sz="4400" b="1" dirty="0">
              <a:solidFill>
                <a:srgbClr val="32DCE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Higher salary generally leads to higher </a:t>
            </a:r>
            <a:r>
              <a:rPr lang="en-US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purchases</a:t>
            </a:r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Customer C15 shows highest purchase value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Low salary customers show limited spending behavior</a:t>
            </a:r>
          </a:p>
          <a:p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03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522" y="452718"/>
            <a:ext cx="9023312" cy="140053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32DCE0"/>
                </a:solidFill>
              </a:rPr>
              <a:t>Total Annual Purchases by City</a:t>
            </a:r>
            <a:endParaRPr lang="en-IN" sz="4400" b="1" dirty="0">
              <a:solidFill>
                <a:srgbClr val="32DCE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New York leads in total purchases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Seattle ranks second, followed by Chicago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Urban population contributes to higher purchase volume</a:t>
            </a:r>
          </a:p>
          <a:p>
            <a:pPr marL="0" indent="0">
              <a:buNone/>
            </a:pPr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301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/>
          <a:lstStyle/>
          <a:p>
            <a:pPr algn="ctr"/>
            <a:r>
              <a:rPr lang="en-IN" sz="4400" b="1" dirty="0">
                <a:solidFill>
                  <a:srgbClr val="32DCE0"/>
                </a:solidFill>
              </a:rPr>
              <a:t>Population Distribution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Female customers represent 60% of total population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Male customers represent 40%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Female participation significantly impacts purchase trends</a:t>
            </a:r>
          </a:p>
          <a:p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61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/>
          <a:lstStyle/>
          <a:p>
            <a:pPr algn="ctr"/>
            <a:r>
              <a:rPr lang="en-IN" sz="4400" b="1" dirty="0">
                <a:solidFill>
                  <a:srgbClr val="32DCE0"/>
                </a:solidFill>
              </a:rPr>
              <a:t>Conclusion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Income level influences purchase behavior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New York is the most active city in spending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• Gender-based analysis helps in targeted marketing strategies</a:t>
            </a: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8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40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193</Words>
  <Application>Microsoft Office PowerPoint</Application>
  <PresentationFormat>Widescreen</PresentationFormat>
  <Paragraphs>137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USA Annual Purchase Report –2011</vt:lpstr>
      <vt:lpstr>Dataset Overview</vt:lpstr>
      <vt:lpstr>Total Annual Salary by City &amp; Gender</vt:lpstr>
      <vt:lpstr>Annual Purchases vs Annual Salary</vt:lpstr>
      <vt:lpstr>Total Annual Purchases by City</vt:lpstr>
      <vt:lpstr>Population Distribution by Gender</vt:lpstr>
      <vt:lpstr>Conclusion &amp;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 Annual Purchase Report –2011</dc:title>
  <dc:creator>My World</dc:creator>
  <cp:lastModifiedBy>My World</cp:lastModifiedBy>
  <cp:revision>2</cp:revision>
  <dcterms:created xsi:type="dcterms:W3CDTF">2026-01-14T14:20:08Z</dcterms:created>
  <dcterms:modified xsi:type="dcterms:W3CDTF">2026-01-14T14:33:16Z</dcterms:modified>
</cp:coreProperties>
</file>